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59176431-BB64-4F9C-AFC2-39FD1E1303A6}"/>
    <pc:docChg chg="undo custSel addSld modSld">
      <pc:chgData name="ponnamreddybabjee@outlook.com" userId="3e261792aa522278" providerId="LiveId" clId="{59176431-BB64-4F9C-AFC2-39FD1E1303A6}" dt="2025-12-18T05:37:01" v="278" actId="1076"/>
      <pc:docMkLst>
        <pc:docMk/>
      </pc:docMkLst>
      <pc:sldChg chg="modSp mod">
        <pc:chgData name="ponnamreddybabjee@outlook.com" userId="3e261792aa522278" providerId="LiveId" clId="{59176431-BB64-4F9C-AFC2-39FD1E1303A6}" dt="2025-12-17T10:04:33.528" v="10" actId="1076"/>
        <pc:sldMkLst>
          <pc:docMk/>
          <pc:sldMk cId="3590718741" sldId="257"/>
        </pc:sldMkLst>
        <pc:spChg chg="mod">
          <ac:chgData name="ponnamreddybabjee@outlook.com" userId="3e261792aa522278" providerId="LiveId" clId="{59176431-BB64-4F9C-AFC2-39FD1E1303A6}" dt="2025-12-17T10:04:33.528" v="10" actId="1076"/>
          <ac:spMkLst>
            <pc:docMk/>
            <pc:sldMk cId="3590718741" sldId="257"/>
            <ac:spMk id="6" creationId="{6CB4776F-A39D-9538-370A-468FF59D4DA7}"/>
          </ac:spMkLst>
        </pc:spChg>
      </pc:sldChg>
      <pc:sldChg chg="addSp modSp add mod">
        <pc:chgData name="ponnamreddybabjee@outlook.com" userId="3e261792aa522278" providerId="LiveId" clId="{59176431-BB64-4F9C-AFC2-39FD1E1303A6}" dt="2025-12-17T10:06:03.997" v="21" actId="255"/>
        <pc:sldMkLst>
          <pc:docMk/>
          <pc:sldMk cId="972023772" sldId="258"/>
        </pc:sldMkLst>
        <pc:spChg chg="add mod">
          <ac:chgData name="ponnamreddybabjee@outlook.com" userId="3e261792aa522278" providerId="LiveId" clId="{59176431-BB64-4F9C-AFC2-39FD1E1303A6}" dt="2025-12-17T10:06:03.997" v="21" actId="255"/>
          <ac:spMkLst>
            <pc:docMk/>
            <pc:sldMk cId="972023772" sldId="258"/>
            <ac:spMk id="3" creationId="{ADFA1D18-0C46-4C3B-81C4-3748ECB06FF2}"/>
          </ac:spMkLst>
        </pc:spChg>
        <pc:spChg chg="mod">
          <ac:chgData name="ponnamreddybabjee@outlook.com" userId="3e261792aa522278" providerId="LiveId" clId="{59176431-BB64-4F9C-AFC2-39FD1E1303A6}" dt="2025-12-17T10:05:01.253" v="14" actId="6549"/>
          <ac:spMkLst>
            <pc:docMk/>
            <pc:sldMk cId="972023772" sldId="258"/>
            <ac:spMk id="6" creationId="{6CB4776F-A39D-9538-370A-468FF59D4DA7}"/>
          </ac:spMkLst>
        </pc:spChg>
        <pc:graphicFrameChg chg="add mod">
          <ac:chgData name="ponnamreddybabjee@outlook.com" userId="3e261792aa522278" providerId="LiveId" clId="{59176431-BB64-4F9C-AFC2-39FD1E1303A6}" dt="2025-12-17T10:05:17.760" v="18"/>
          <ac:graphicFrameMkLst>
            <pc:docMk/>
            <pc:sldMk cId="972023772" sldId="258"/>
            <ac:graphicFrameMk id="2" creationId="{BE6281B8-80E1-D178-F02A-CC9ED11B742D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07:30.449" v="33" actId="1076"/>
        <pc:sldMkLst>
          <pc:docMk/>
          <pc:sldMk cId="2953097267" sldId="259"/>
        </pc:sldMkLst>
        <pc:spChg chg="del">
          <ac:chgData name="ponnamreddybabjee@outlook.com" userId="3e261792aa522278" providerId="LiveId" clId="{59176431-BB64-4F9C-AFC2-39FD1E1303A6}" dt="2025-12-17T10:06:38.109" v="26" actId="478"/>
          <ac:spMkLst>
            <pc:docMk/>
            <pc:sldMk cId="2953097267" sldId="259"/>
            <ac:spMk id="3" creationId="{ADFA1D18-0C46-4C3B-81C4-3748ECB06FF2}"/>
          </ac:spMkLst>
        </pc:spChg>
        <pc:spChg chg="add mod">
          <ac:chgData name="ponnamreddybabjee@outlook.com" userId="3e261792aa522278" providerId="LiveId" clId="{59176431-BB64-4F9C-AFC2-39FD1E1303A6}" dt="2025-12-17T10:07:30.449" v="33" actId="1076"/>
          <ac:spMkLst>
            <pc:docMk/>
            <pc:sldMk cId="2953097267" sldId="259"/>
            <ac:spMk id="5" creationId="{BE6803BC-4B9A-25CC-7B3A-9188EC105A84}"/>
          </ac:spMkLst>
        </pc:spChg>
        <pc:spChg chg="mod">
          <ac:chgData name="ponnamreddybabjee@outlook.com" userId="3e261792aa522278" providerId="LiveId" clId="{59176431-BB64-4F9C-AFC2-39FD1E1303A6}" dt="2025-12-17T10:06:30.769" v="23"/>
          <ac:spMkLst>
            <pc:docMk/>
            <pc:sldMk cId="2953097267" sldId="259"/>
            <ac:spMk id="6" creationId="{6CB4776F-A39D-9538-370A-468FF59D4DA7}"/>
          </ac:spMkLst>
        </pc:spChg>
        <pc:graphicFrameChg chg="del mod">
          <ac:chgData name="ponnamreddybabjee@outlook.com" userId="3e261792aa522278" providerId="LiveId" clId="{59176431-BB64-4F9C-AFC2-39FD1E1303A6}" dt="2025-12-17T10:06:35.118" v="25" actId="478"/>
          <ac:graphicFrameMkLst>
            <pc:docMk/>
            <pc:sldMk cId="2953097267" sldId="259"/>
            <ac:graphicFrameMk id="2" creationId="{BE6281B8-80E1-D178-F02A-CC9ED11B742D}"/>
          </ac:graphicFrameMkLst>
        </pc:graphicFrameChg>
        <pc:graphicFrameChg chg="add mod">
          <ac:chgData name="ponnamreddybabjee@outlook.com" userId="3e261792aa522278" providerId="LiveId" clId="{59176431-BB64-4F9C-AFC2-39FD1E1303A6}" dt="2025-12-17T10:06:57.503" v="29"/>
          <ac:graphicFrameMkLst>
            <pc:docMk/>
            <pc:sldMk cId="2953097267" sldId="259"/>
            <ac:graphicFrameMk id="4" creationId="{40635DD3-639D-B528-9A36-314B71D04C68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21:51.261" v="68"/>
        <pc:sldMkLst>
          <pc:docMk/>
          <pc:sldMk cId="3539923676" sldId="260"/>
        </pc:sldMkLst>
        <pc:spChg chg="add mod">
          <ac:chgData name="ponnamreddybabjee@outlook.com" userId="3e261792aa522278" providerId="LiveId" clId="{59176431-BB64-4F9C-AFC2-39FD1E1303A6}" dt="2025-12-17T10:21:18.425" v="65" actId="113"/>
          <ac:spMkLst>
            <pc:docMk/>
            <pc:sldMk cId="3539923676" sldId="260"/>
            <ac:spMk id="2" creationId="{EF558C05-387A-1309-964F-FAA7DF9F4169}"/>
          </ac:spMkLst>
        </pc:spChg>
        <pc:spChg chg="del">
          <ac:chgData name="ponnamreddybabjee@outlook.com" userId="3e261792aa522278" providerId="LiveId" clId="{59176431-BB64-4F9C-AFC2-39FD1E1303A6}" dt="2025-12-17T10:20:07.258" v="36" actId="478"/>
          <ac:spMkLst>
            <pc:docMk/>
            <pc:sldMk cId="3539923676" sldId="260"/>
            <ac:spMk id="5" creationId="{BE6803BC-4B9A-25CC-7B3A-9188EC105A84}"/>
          </ac:spMkLst>
        </pc:spChg>
        <pc:spChg chg="del mod">
          <ac:chgData name="ponnamreddybabjee@outlook.com" userId="3e261792aa522278" providerId="LiveId" clId="{59176431-BB64-4F9C-AFC2-39FD1E1303A6}" dt="2025-12-17T10:20:37.500" v="58"/>
          <ac:spMkLst>
            <pc:docMk/>
            <pc:sldMk cId="3539923676" sldId="260"/>
            <ac:spMk id="6" creationId="{6CB4776F-A39D-9538-370A-468FF59D4DA7}"/>
          </ac:spMkLst>
        </pc:spChg>
        <pc:graphicFrameChg chg="add mod">
          <ac:chgData name="ponnamreddybabjee@outlook.com" userId="3e261792aa522278" providerId="LiveId" clId="{59176431-BB64-4F9C-AFC2-39FD1E1303A6}" dt="2025-12-17T10:21:51.261" v="68"/>
          <ac:graphicFrameMkLst>
            <pc:docMk/>
            <pc:sldMk cId="3539923676" sldId="260"/>
            <ac:graphicFrameMk id="3" creationId="{A1C3F055-43CB-351F-7DF1-86FA32A9629E}"/>
          </ac:graphicFrameMkLst>
        </pc:graphicFrameChg>
        <pc:graphicFrameChg chg="del">
          <ac:chgData name="ponnamreddybabjee@outlook.com" userId="3e261792aa522278" providerId="LiveId" clId="{59176431-BB64-4F9C-AFC2-39FD1E1303A6}" dt="2025-12-17T10:20:04.090" v="35" actId="478"/>
          <ac:graphicFrameMkLst>
            <pc:docMk/>
            <pc:sldMk cId="3539923676" sldId="260"/>
            <ac:graphicFrameMk id="4" creationId="{40635DD3-639D-B528-9A36-314B71D04C68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23:38.280" v="78" actId="1076"/>
        <pc:sldMkLst>
          <pc:docMk/>
          <pc:sldMk cId="416444436" sldId="261"/>
        </pc:sldMkLst>
        <pc:spChg chg="mod">
          <ac:chgData name="ponnamreddybabjee@outlook.com" userId="3e261792aa522278" providerId="LiveId" clId="{59176431-BB64-4F9C-AFC2-39FD1E1303A6}" dt="2025-12-17T10:22:52.247" v="71" actId="1076"/>
          <ac:spMkLst>
            <pc:docMk/>
            <pc:sldMk cId="416444436" sldId="261"/>
            <ac:spMk id="2" creationId="{EF558C05-387A-1309-964F-FAA7DF9F4169}"/>
          </ac:spMkLst>
        </pc:spChg>
        <pc:spChg chg="add mod">
          <ac:chgData name="ponnamreddybabjee@outlook.com" userId="3e261792aa522278" providerId="LiveId" clId="{59176431-BB64-4F9C-AFC2-39FD1E1303A6}" dt="2025-12-17T10:23:38.280" v="78" actId="1076"/>
          <ac:spMkLst>
            <pc:docMk/>
            <pc:sldMk cId="416444436" sldId="261"/>
            <ac:spMk id="5" creationId="{2585A45A-C425-EA5C-BD1B-F27A3DB0E8AB}"/>
          </ac:spMkLst>
        </pc:spChg>
        <pc:graphicFrameChg chg="del">
          <ac:chgData name="ponnamreddybabjee@outlook.com" userId="3e261792aa522278" providerId="LiveId" clId="{59176431-BB64-4F9C-AFC2-39FD1E1303A6}" dt="2025-12-17T10:22:55.747" v="72" actId="478"/>
          <ac:graphicFrameMkLst>
            <pc:docMk/>
            <pc:sldMk cId="416444436" sldId="261"/>
            <ac:graphicFrameMk id="3" creationId="{A1C3F055-43CB-351F-7DF1-86FA32A9629E}"/>
          </ac:graphicFrameMkLst>
        </pc:graphicFrameChg>
        <pc:graphicFrameChg chg="add mod">
          <ac:chgData name="ponnamreddybabjee@outlook.com" userId="3e261792aa522278" providerId="LiveId" clId="{59176431-BB64-4F9C-AFC2-39FD1E1303A6}" dt="2025-12-17T10:23:10.761" v="75"/>
          <ac:graphicFrameMkLst>
            <pc:docMk/>
            <pc:sldMk cId="416444436" sldId="261"/>
            <ac:graphicFrameMk id="4" creationId="{A1777F50-0D48-2523-1C4A-11C23AECA1AC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8T05:37:01" v="278" actId="1076"/>
        <pc:sldMkLst>
          <pc:docMk/>
          <pc:sldMk cId="2774225025" sldId="262"/>
        </pc:sldMkLst>
        <pc:spChg chg="mod">
          <ac:chgData name="ponnamreddybabjee@outlook.com" userId="3e261792aa522278" providerId="LiveId" clId="{59176431-BB64-4F9C-AFC2-39FD1E1303A6}" dt="2025-12-18T05:37:01" v="278" actId="1076"/>
          <ac:spMkLst>
            <pc:docMk/>
            <pc:sldMk cId="2774225025" sldId="262"/>
            <ac:spMk id="2" creationId="{EF558C05-387A-1309-964F-FAA7DF9F4169}"/>
          </ac:spMkLst>
        </pc:spChg>
        <pc:spChg chg="add">
          <ac:chgData name="ponnamreddybabjee@outlook.com" userId="3e261792aa522278" providerId="LiveId" clId="{59176431-BB64-4F9C-AFC2-39FD1E1303A6}" dt="2025-12-17T10:25:25.479" v="101"/>
          <ac:spMkLst>
            <pc:docMk/>
            <pc:sldMk cId="2774225025" sldId="262"/>
            <ac:spMk id="3" creationId="{F9D6AA48-F709-73FB-D57B-79AC3779D959}"/>
          </ac:spMkLst>
        </pc:spChg>
        <pc:spChg chg="add mod">
          <ac:chgData name="ponnamreddybabjee@outlook.com" userId="3e261792aa522278" providerId="LiveId" clId="{59176431-BB64-4F9C-AFC2-39FD1E1303A6}" dt="2025-12-18T05:36:48.799" v="276" actId="20577"/>
          <ac:spMkLst>
            <pc:docMk/>
            <pc:sldMk cId="2774225025" sldId="262"/>
            <ac:spMk id="5" creationId="{3487278D-B018-5EDF-16C4-321B9A0DC055}"/>
          </ac:spMkLst>
        </pc:spChg>
        <pc:graphicFrameChg chg="del">
          <ac:chgData name="ponnamreddybabjee@outlook.com" userId="3e261792aa522278" providerId="LiveId" clId="{59176431-BB64-4F9C-AFC2-39FD1E1303A6}" dt="2025-12-17T10:24:19.768" v="80" actId="478"/>
          <ac:graphicFrameMkLst>
            <pc:docMk/>
            <pc:sldMk cId="2774225025" sldId="262"/>
            <ac:graphicFrameMk id="4" creationId="{A1777F50-0D48-2523-1C4A-11C23AECA1AC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28:20.015" v="128"/>
        <pc:sldMkLst>
          <pc:docMk/>
          <pc:sldMk cId="2912211359" sldId="263"/>
        </pc:sldMkLst>
        <pc:spChg chg="mod">
          <ac:chgData name="ponnamreddybabjee@outlook.com" userId="3e261792aa522278" providerId="LiveId" clId="{59176431-BB64-4F9C-AFC2-39FD1E1303A6}" dt="2025-12-17T10:27:11.349" v="121" actId="948"/>
          <ac:spMkLst>
            <pc:docMk/>
            <pc:sldMk cId="2912211359" sldId="263"/>
            <ac:spMk id="2" creationId="{EF558C05-387A-1309-964F-FAA7DF9F4169}"/>
          </ac:spMkLst>
        </pc:spChg>
        <pc:spChg chg="del">
          <ac:chgData name="ponnamreddybabjee@outlook.com" userId="3e261792aa522278" providerId="LiveId" clId="{59176431-BB64-4F9C-AFC2-39FD1E1303A6}" dt="2025-12-17T10:26:48.162" v="118" actId="478"/>
          <ac:spMkLst>
            <pc:docMk/>
            <pc:sldMk cId="2912211359" sldId="263"/>
            <ac:spMk id="5" creationId="{3487278D-B018-5EDF-16C4-321B9A0DC055}"/>
          </ac:spMkLst>
        </pc:spChg>
        <pc:spChg chg="add mod">
          <ac:chgData name="ponnamreddybabjee@outlook.com" userId="3e261792aa522278" providerId="LiveId" clId="{59176431-BB64-4F9C-AFC2-39FD1E1303A6}" dt="2025-12-17T10:28:11.836" v="126" actId="113"/>
          <ac:spMkLst>
            <pc:docMk/>
            <pc:sldMk cId="2912211359" sldId="263"/>
            <ac:spMk id="6" creationId="{A704FF5E-16A2-7860-4370-3A7672DC19FD}"/>
          </ac:spMkLst>
        </pc:spChg>
        <pc:graphicFrameChg chg="add mod">
          <ac:chgData name="ponnamreddybabjee@outlook.com" userId="3e261792aa522278" providerId="LiveId" clId="{59176431-BB64-4F9C-AFC2-39FD1E1303A6}" dt="2025-12-17T10:28:20.015" v="128"/>
          <ac:graphicFrameMkLst>
            <pc:docMk/>
            <pc:sldMk cId="2912211359" sldId="263"/>
            <ac:graphicFrameMk id="3" creationId="{087BFB6A-FDC8-EAFC-FD0D-9BED49C93EAF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30:11.803" v="142" actId="1076"/>
        <pc:sldMkLst>
          <pc:docMk/>
          <pc:sldMk cId="3811797284" sldId="264"/>
        </pc:sldMkLst>
        <pc:spChg chg="mod">
          <ac:chgData name="ponnamreddybabjee@outlook.com" userId="3e261792aa522278" providerId="LiveId" clId="{59176431-BB64-4F9C-AFC2-39FD1E1303A6}" dt="2025-12-17T10:29:16.007" v="136" actId="1076"/>
          <ac:spMkLst>
            <pc:docMk/>
            <pc:sldMk cId="3811797284" sldId="264"/>
            <ac:spMk id="2" creationId="{EF558C05-387A-1309-964F-FAA7DF9F4169}"/>
          </ac:spMkLst>
        </pc:spChg>
        <pc:spChg chg="add mod">
          <ac:chgData name="ponnamreddybabjee@outlook.com" userId="3e261792aa522278" providerId="LiveId" clId="{59176431-BB64-4F9C-AFC2-39FD1E1303A6}" dt="2025-12-17T10:30:11.803" v="142" actId="1076"/>
          <ac:spMkLst>
            <pc:docMk/>
            <pc:sldMk cId="3811797284" sldId="264"/>
            <ac:spMk id="5" creationId="{936855C5-9F06-E17F-8A2E-DE090862061A}"/>
          </ac:spMkLst>
        </pc:spChg>
        <pc:spChg chg="del">
          <ac:chgData name="ponnamreddybabjee@outlook.com" userId="3e261792aa522278" providerId="LiveId" clId="{59176431-BB64-4F9C-AFC2-39FD1E1303A6}" dt="2025-12-17T10:28:49.398" v="132" actId="478"/>
          <ac:spMkLst>
            <pc:docMk/>
            <pc:sldMk cId="3811797284" sldId="264"/>
            <ac:spMk id="6" creationId="{A704FF5E-16A2-7860-4370-3A7672DC19FD}"/>
          </ac:spMkLst>
        </pc:spChg>
        <pc:graphicFrameChg chg="del">
          <ac:chgData name="ponnamreddybabjee@outlook.com" userId="3e261792aa522278" providerId="LiveId" clId="{59176431-BB64-4F9C-AFC2-39FD1E1303A6}" dt="2025-12-17T10:28:45.341" v="131" actId="478"/>
          <ac:graphicFrameMkLst>
            <pc:docMk/>
            <pc:sldMk cId="3811797284" sldId="264"/>
            <ac:graphicFrameMk id="3" creationId="{087BFB6A-FDC8-EAFC-FD0D-9BED49C93EAF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32:15.117" v="166" actId="12"/>
        <pc:sldMkLst>
          <pc:docMk/>
          <pc:sldMk cId="3242746815" sldId="265"/>
        </pc:sldMkLst>
        <pc:spChg chg="mod">
          <ac:chgData name="ponnamreddybabjee@outlook.com" userId="3e261792aa522278" providerId="LiveId" clId="{59176431-BB64-4F9C-AFC2-39FD1E1303A6}" dt="2025-12-17T10:32:15.117" v="166" actId="12"/>
          <ac:spMkLst>
            <pc:docMk/>
            <pc:sldMk cId="3242746815" sldId="265"/>
            <ac:spMk id="2" creationId="{EF558C05-387A-1309-964F-FAA7DF9F4169}"/>
          </ac:spMkLst>
        </pc:spChg>
        <pc:spChg chg="add">
          <ac:chgData name="ponnamreddybabjee@outlook.com" userId="3e261792aa522278" providerId="LiveId" clId="{59176431-BB64-4F9C-AFC2-39FD1E1303A6}" dt="2025-12-17T10:30:47.477" v="145"/>
          <ac:spMkLst>
            <pc:docMk/>
            <pc:sldMk cId="3242746815" sldId="265"/>
            <ac:spMk id="3" creationId="{52598918-7766-C6E7-961F-D322CAC03C3A}"/>
          </ac:spMkLst>
        </pc:spChg>
        <pc:spChg chg="add">
          <ac:chgData name="ponnamreddybabjee@outlook.com" userId="3e261792aa522278" providerId="LiveId" clId="{59176431-BB64-4F9C-AFC2-39FD1E1303A6}" dt="2025-12-17T10:30:51.887" v="147"/>
          <ac:spMkLst>
            <pc:docMk/>
            <pc:sldMk cId="3242746815" sldId="265"/>
            <ac:spMk id="4" creationId="{054A1300-FE69-9A24-A08A-719AD376A509}"/>
          </ac:spMkLst>
        </pc:spChg>
        <pc:spChg chg="del">
          <ac:chgData name="ponnamreddybabjee@outlook.com" userId="3e261792aa522278" providerId="LiveId" clId="{59176431-BB64-4F9C-AFC2-39FD1E1303A6}" dt="2025-12-17T10:30:43.855" v="144" actId="478"/>
          <ac:spMkLst>
            <pc:docMk/>
            <pc:sldMk cId="3242746815" sldId="265"/>
            <ac:spMk id="5" creationId="{936855C5-9F06-E17F-8A2E-DE090862061A}"/>
          </ac:spMkLst>
        </pc:spChg>
      </pc:sldChg>
      <pc:sldChg chg="addSp modSp add mod">
        <pc:chgData name="ponnamreddybabjee@outlook.com" userId="3e261792aa522278" providerId="LiveId" clId="{59176431-BB64-4F9C-AFC2-39FD1E1303A6}" dt="2025-12-17T10:36:13.589" v="188" actId="113"/>
        <pc:sldMkLst>
          <pc:docMk/>
          <pc:sldMk cId="2698533050" sldId="266"/>
        </pc:sldMkLst>
        <pc:spChg chg="mod">
          <ac:chgData name="ponnamreddybabjee@outlook.com" userId="3e261792aa522278" providerId="LiveId" clId="{59176431-BB64-4F9C-AFC2-39FD1E1303A6}" dt="2025-12-17T10:36:13.589" v="188" actId="113"/>
          <ac:spMkLst>
            <pc:docMk/>
            <pc:sldMk cId="2698533050" sldId="266"/>
            <ac:spMk id="2" creationId="{EF558C05-387A-1309-964F-FAA7DF9F4169}"/>
          </ac:spMkLst>
        </pc:spChg>
        <pc:graphicFrameChg chg="add mod modGraphic">
          <ac:chgData name="ponnamreddybabjee@outlook.com" userId="3e261792aa522278" providerId="LiveId" clId="{59176431-BB64-4F9C-AFC2-39FD1E1303A6}" dt="2025-12-17T10:35:54.880" v="184" actId="1076"/>
          <ac:graphicFrameMkLst>
            <pc:docMk/>
            <pc:sldMk cId="2698533050" sldId="266"/>
            <ac:graphicFrameMk id="3" creationId="{581C8E03-D412-9B33-F80A-C46FB1A25461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40:38.034" v="221" actId="12"/>
        <pc:sldMkLst>
          <pc:docMk/>
          <pc:sldMk cId="1924370885" sldId="267"/>
        </pc:sldMkLst>
        <pc:spChg chg="del mod">
          <ac:chgData name="ponnamreddybabjee@outlook.com" userId="3e261792aa522278" providerId="LiveId" clId="{59176431-BB64-4F9C-AFC2-39FD1E1303A6}" dt="2025-12-17T10:37:21.379" v="192"/>
          <ac:spMkLst>
            <pc:docMk/>
            <pc:sldMk cId="1924370885" sldId="267"/>
            <ac:spMk id="2" creationId="{EF558C05-387A-1309-964F-FAA7DF9F4169}"/>
          </ac:spMkLst>
        </pc:spChg>
        <pc:spChg chg="add mod">
          <ac:chgData name="ponnamreddybabjee@outlook.com" userId="3e261792aa522278" providerId="LiveId" clId="{59176431-BB64-4F9C-AFC2-39FD1E1303A6}" dt="2025-12-17T10:40:38.034" v="221" actId="12"/>
          <ac:spMkLst>
            <pc:docMk/>
            <pc:sldMk cId="1924370885" sldId="267"/>
            <ac:spMk id="5" creationId="{DFDE9F26-84A0-7B2D-523B-B67036E82F63}"/>
          </ac:spMkLst>
        </pc:spChg>
        <pc:graphicFrameChg chg="del">
          <ac:chgData name="ponnamreddybabjee@outlook.com" userId="3e261792aa522278" providerId="LiveId" clId="{59176431-BB64-4F9C-AFC2-39FD1E1303A6}" dt="2025-12-17T10:38:40.070" v="209" actId="478"/>
          <ac:graphicFrameMkLst>
            <pc:docMk/>
            <pc:sldMk cId="1924370885" sldId="267"/>
            <ac:graphicFrameMk id="3" creationId="{581C8E03-D412-9B33-F80A-C46FB1A25461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41:19.458" v="231" actId="113"/>
        <pc:sldMkLst>
          <pc:docMk/>
          <pc:sldMk cId="2164599077" sldId="268"/>
        </pc:sldMkLst>
        <pc:spChg chg="add mod">
          <ac:chgData name="ponnamreddybabjee@outlook.com" userId="3e261792aa522278" providerId="LiveId" clId="{59176431-BB64-4F9C-AFC2-39FD1E1303A6}" dt="2025-12-17T10:41:19.458" v="231" actId="113"/>
          <ac:spMkLst>
            <pc:docMk/>
            <pc:sldMk cId="2164599077" sldId="268"/>
            <ac:spMk id="4" creationId="{DFAF38AA-31EC-19A0-7250-B009DADA5431}"/>
          </ac:spMkLst>
        </pc:spChg>
        <pc:spChg chg="del mod">
          <ac:chgData name="ponnamreddybabjee@outlook.com" userId="3e261792aa522278" providerId="LiveId" clId="{59176431-BB64-4F9C-AFC2-39FD1E1303A6}" dt="2025-12-17T10:40:56.157" v="225"/>
          <ac:spMkLst>
            <pc:docMk/>
            <pc:sldMk cId="2164599077" sldId="268"/>
            <ac:spMk id="5" creationId="{DFDE9F26-84A0-7B2D-523B-B67036E82F63}"/>
          </ac:spMkLst>
        </pc:spChg>
        <pc:graphicFrameChg chg="add mod">
          <ac:chgData name="ponnamreddybabjee@outlook.com" userId="3e261792aa522278" providerId="LiveId" clId="{59176431-BB64-4F9C-AFC2-39FD1E1303A6}" dt="2025-12-17T10:41:05.447" v="228"/>
          <ac:graphicFrameMkLst>
            <pc:docMk/>
            <pc:sldMk cId="2164599077" sldId="268"/>
            <ac:graphicFrameMk id="2" creationId="{D8331D96-BCD1-6B3A-6410-4FC79A3C9C6D}"/>
          </ac:graphicFrameMkLst>
        </pc:graphicFrameChg>
      </pc:sldChg>
      <pc:sldChg chg="addSp delSp modSp add mod">
        <pc:chgData name="ponnamreddybabjee@outlook.com" userId="3e261792aa522278" providerId="LiveId" clId="{59176431-BB64-4F9C-AFC2-39FD1E1303A6}" dt="2025-12-17T10:42:59.062" v="239" actId="948"/>
        <pc:sldMkLst>
          <pc:docMk/>
          <pc:sldMk cId="1367417275" sldId="269"/>
        </pc:sldMkLst>
        <pc:spChg chg="del">
          <ac:chgData name="ponnamreddybabjee@outlook.com" userId="3e261792aa522278" providerId="LiveId" clId="{59176431-BB64-4F9C-AFC2-39FD1E1303A6}" dt="2025-12-17T10:42:40.278" v="236" actId="478"/>
          <ac:spMkLst>
            <pc:docMk/>
            <pc:sldMk cId="1367417275" sldId="269"/>
            <ac:spMk id="4" creationId="{DFAF38AA-31EC-19A0-7250-B009DADA5431}"/>
          </ac:spMkLst>
        </pc:spChg>
        <pc:spChg chg="add mod">
          <ac:chgData name="ponnamreddybabjee@outlook.com" userId="3e261792aa522278" providerId="LiveId" clId="{59176431-BB64-4F9C-AFC2-39FD1E1303A6}" dt="2025-12-17T10:42:59.062" v="239" actId="948"/>
          <ac:spMkLst>
            <pc:docMk/>
            <pc:sldMk cId="1367417275" sldId="269"/>
            <ac:spMk id="5" creationId="{5861FB10-3B5C-6E06-FC23-07FD96666B11}"/>
          </ac:spMkLst>
        </pc:spChg>
        <pc:graphicFrameChg chg="del">
          <ac:chgData name="ponnamreddybabjee@outlook.com" userId="3e261792aa522278" providerId="LiveId" clId="{59176431-BB64-4F9C-AFC2-39FD1E1303A6}" dt="2025-12-17T10:42:33.682" v="233" actId="478"/>
          <ac:graphicFrameMkLst>
            <pc:docMk/>
            <pc:sldMk cId="1367417275" sldId="269"/>
            <ac:graphicFrameMk id="2" creationId="{D8331D96-BCD1-6B3A-6410-4FC79A3C9C6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3612C-B4E0-405E-8150-2DFD3616867F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8D5A9-91BB-4EAA-9DF0-209E252E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7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63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93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98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998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6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221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271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770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76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892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04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404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506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8AB3-D5CF-929C-D5AD-7635B0639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Airflow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75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68824" y="277924"/>
            <a:ext cx="10679503" cy="737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Apache Airflow?</a:t>
            </a:r>
          </a:p>
          <a:p>
            <a:pPr>
              <a:spcBef>
                <a:spcPts val="600"/>
              </a:spcBef>
            </a:pPr>
            <a:r>
              <a:rPr lang="en-US" dirty="0"/>
              <a:t>Apache Airflow is an open-source workflow orchestration platform used to schedule, monitor, and manage workflows programmatically using Python.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Simple Explanation</a:t>
            </a:r>
          </a:p>
          <a:p>
            <a:pPr>
              <a:spcBef>
                <a:spcPts val="600"/>
              </a:spcBef>
            </a:pPr>
            <a:r>
              <a:rPr lang="en-US" dirty="0"/>
              <a:t>	Airflow does NOT process data</a:t>
            </a:r>
          </a:p>
          <a:p>
            <a:pPr>
              <a:spcBef>
                <a:spcPts val="600"/>
              </a:spcBef>
            </a:pPr>
            <a:r>
              <a:rPr lang="en-US" dirty="0"/>
              <a:t>	Airflow coordinates tasks</a:t>
            </a:r>
          </a:p>
          <a:p>
            <a:pPr>
              <a:spcBef>
                <a:spcPts val="600"/>
              </a:spcBef>
            </a:pPr>
            <a:r>
              <a:rPr lang="en-US" dirty="0"/>
              <a:t>	Think of Airflow as a traffic controller, not a vehicle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Why Airflow Exists</a:t>
            </a:r>
          </a:p>
          <a:p>
            <a:pPr>
              <a:spcBef>
                <a:spcPts val="600"/>
              </a:spcBef>
            </a:pPr>
            <a:r>
              <a:rPr lang="en-US" dirty="0"/>
              <a:t>Problems with Traditional Scheduling (Cron)</a:t>
            </a:r>
          </a:p>
          <a:p>
            <a:pPr>
              <a:spcBef>
                <a:spcPts val="600"/>
              </a:spcBef>
            </a:pPr>
            <a:r>
              <a:rPr lang="en-US" dirty="0"/>
              <a:t>	No dependency management</a:t>
            </a:r>
          </a:p>
          <a:p>
            <a:pPr>
              <a:spcBef>
                <a:spcPts val="600"/>
              </a:spcBef>
            </a:pPr>
            <a:r>
              <a:rPr lang="en-US" dirty="0"/>
              <a:t>	No retry mechanism</a:t>
            </a:r>
          </a:p>
          <a:p>
            <a:pPr>
              <a:spcBef>
                <a:spcPts val="600"/>
              </a:spcBef>
            </a:pPr>
            <a:r>
              <a:rPr lang="en-US" dirty="0"/>
              <a:t>	No UI or monitoring</a:t>
            </a:r>
          </a:p>
          <a:p>
            <a:pPr>
              <a:spcBef>
                <a:spcPts val="600"/>
              </a:spcBef>
            </a:pPr>
            <a:r>
              <a:rPr lang="en-US" dirty="0"/>
              <a:t>	Difficult failure recovery</a:t>
            </a:r>
          </a:p>
          <a:p>
            <a:pPr>
              <a:spcBef>
                <a:spcPts val="600"/>
              </a:spcBef>
            </a:pPr>
            <a:r>
              <a:rPr lang="en-US" dirty="0"/>
              <a:t>Airflow Solves</a:t>
            </a:r>
          </a:p>
          <a:p>
            <a:pPr>
              <a:spcBef>
                <a:spcPts val="600"/>
              </a:spcBef>
            </a:pPr>
            <a:r>
              <a:rPr lang="en-US" dirty="0"/>
              <a:t>	Scheduling</a:t>
            </a:r>
          </a:p>
          <a:p>
            <a:pPr>
              <a:spcBef>
                <a:spcPts val="600"/>
              </a:spcBef>
            </a:pPr>
            <a:r>
              <a:rPr lang="en-US" dirty="0"/>
              <a:t>	Dependencies</a:t>
            </a:r>
          </a:p>
          <a:p>
            <a:pPr>
              <a:spcBef>
                <a:spcPts val="600"/>
              </a:spcBef>
            </a:pPr>
            <a:r>
              <a:rPr lang="en-US" dirty="0"/>
              <a:t>	Monitoring</a:t>
            </a:r>
          </a:p>
          <a:p>
            <a:pPr>
              <a:spcBef>
                <a:spcPts val="600"/>
              </a:spcBef>
            </a:pPr>
            <a:r>
              <a:rPr lang="en-US" dirty="0"/>
              <a:t>	Retries</a:t>
            </a:r>
          </a:p>
          <a:p>
            <a:pPr>
              <a:spcBef>
                <a:spcPts val="600"/>
              </a:spcBef>
            </a:pPr>
            <a:r>
              <a:rPr lang="en-US" dirty="0"/>
              <a:t>	Scalability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71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68824" y="277924"/>
            <a:ext cx="10679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4. High-Level Airflow Architecture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6281B8-80E1-D178-F02A-CC9ED11B7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426108"/>
              </p:ext>
            </p:extLst>
          </p:nvPr>
        </p:nvGraphicFramePr>
        <p:xfrm>
          <a:off x="568824" y="919519"/>
          <a:ext cx="10131424" cy="21945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89024238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93176007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365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Webserver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UI &amp;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872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Scheduler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Decides what runs &amp; when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2548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Executor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How tasks are executed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1647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Workers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Actually run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4552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Metadata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Stores states &amp;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71927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DFA1D18-0C46-4C3B-81C4-3748ECB06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24" y="3334435"/>
            <a:ext cx="70500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DAG Code → Scheduler → Executor → Worker → Logs → Web UI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02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568824" y="277924"/>
            <a:ext cx="10679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a DAG?</a:t>
            </a:r>
          </a:p>
          <a:p>
            <a:r>
              <a:rPr lang="en-US" b="1" dirty="0"/>
              <a:t>DAG = Directed Acyclic Graph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635DD3-639D-B528-9A36-314B71D04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39992"/>
              </p:ext>
            </p:extLst>
          </p:nvPr>
        </p:nvGraphicFramePr>
        <p:xfrm>
          <a:off x="568824" y="1060992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051404760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1406441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1447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Directed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One 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0666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Acyclic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 loops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6649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Tasks + dependencies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4941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E6803BC-4B9A-25CC-7B3A-9188EC105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06" y="2660769"/>
            <a:ext cx="31727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Extract → Transform → Load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09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58C05-387A-1309-964F-FAA7DF9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11" y="539189"/>
            <a:ext cx="3871573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DAG Definition (Structure)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DAG(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dag_id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example_dag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start_date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=datetime(2024, 1, 1),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schedule_interval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="@daily",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catchup=False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C3F055-43CB-351F-7DF1-86FA32A96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59730"/>
              </p:ext>
            </p:extLst>
          </p:nvPr>
        </p:nvGraphicFramePr>
        <p:xfrm>
          <a:off x="555559" y="3595433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02552921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27319958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391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Unique identifier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7744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start_date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Logical start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6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schedule_interval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Execution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9971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catchup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Run past missed DAGs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931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92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58C05-387A-1309-964F-FAA7DF9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52" y="384953"/>
            <a:ext cx="27570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/>
              <a:t>Operators (Tasks in Airflow)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777F50-0D48-2523-1C4A-11C23AECA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968591"/>
              </p:ext>
            </p:extLst>
          </p:nvPr>
        </p:nvGraphicFramePr>
        <p:xfrm>
          <a:off x="547777" y="936772"/>
          <a:ext cx="10131424" cy="21945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748916946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509078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271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BashOperator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Run shell 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8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PythonOperator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Run Python 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6474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EmailOperator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Send emails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4043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 err="1"/>
                        <a:t>BranchPythonOperator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Conditional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0773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Wait for 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837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44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58C05-387A-1309-964F-FAA7DF9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26" y="362217"/>
            <a:ext cx="4711611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 task is an instance of an operator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task1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BashOperator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task_id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print_hello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bash_command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="echo Hello"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87278D-B018-5EDF-16C4-321B9A0DC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78" y="2943647"/>
            <a:ext cx="468269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task1 &gt;&gt; task2 &gt;&gt; task3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task2 starts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after task1 succeeds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22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58C05-387A-1309-964F-FAA7DF9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84" y="379470"/>
            <a:ext cx="3479029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Scheduler (Brain of Airflow)</a:t>
            </a:r>
          </a:p>
          <a:p>
            <a:pPr>
              <a:spcBef>
                <a:spcPts val="600"/>
              </a:spcBef>
            </a:pPr>
            <a:r>
              <a:rPr lang="en-US" dirty="0"/>
              <a:t>Scheduler: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Parses DAGs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Creates DAG runs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Checks dependencies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Sends tasks to executor</a:t>
            </a:r>
          </a:p>
          <a:p>
            <a:pPr>
              <a:spcBef>
                <a:spcPts val="600"/>
              </a:spcBef>
            </a:pPr>
            <a:r>
              <a:rPr lang="en-US" dirty="0"/>
              <a:t>❗ If scheduler stops → DAGs stop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7BFB6A-FDC8-EAFC-FD0D-9BED49C93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255801"/>
              </p:ext>
            </p:extLst>
          </p:nvPr>
        </p:nvGraphicFramePr>
        <p:xfrm>
          <a:off x="504644" y="3828347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00212059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41730282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Executor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7910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SequentialExecutor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747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LocalExecutor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Single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2684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 err="1"/>
                        <a:t>CeleryExecutor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Distributed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0541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KubernetesExecutor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Cloud native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7800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04FF5E-16A2-7860-4370-3A7672DC19FD}"/>
              </a:ext>
            </a:extLst>
          </p:cNvPr>
          <p:cNvSpPr txBox="1"/>
          <p:nvPr/>
        </p:nvSpPr>
        <p:spPr>
          <a:xfrm>
            <a:off x="442104" y="3390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Executors (How tasks run)</a:t>
            </a:r>
          </a:p>
        </p:txBody>
      </p:sp>
    </p:spTree>
    <p:extLst>
      <p:ext uri="{BB962C8B-B14F-4D97-AF65-F5344CB8AC3E}">
        <p14:creationId xmlns:p14="http://schemas.microsoft.com/office/powerpoint/2010/main" val="291221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58C05-387A-1309-964F-FAA7DF9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37" y="223936"/>
            <a:ext cx="3016082" cy="4262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Metadata Database</a:t>
            </a:r>
          </a:p>
          <a:p>
            <a:pPr>
              <a:spcBef>
                <a:spcPts val="600"/>
              </a:spcBef>
            </a:pPr>
            <a:r>
              <a:rPr lang="en-IN" dirty="0"/>
              <a:t>Stores: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DAG runs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Task states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Logs metadata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Variables &amp; connections</a:t>
            </a:r>
          </a:p>
          <a:p>
            <a:pPr>
              <a:spcBef>
                <a:spcPts val="600"/>
              </a:spcBef>
            </a:pPr>
            <a:r>
              <a:rPr lang="en-IN" dirty="0"/>
              <a:t>Common DBs: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SQLite (learning)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PostgreSQL (production)</a:t>
            </a:r>
          </a:p>
          <a:p>
            <a:pPr lvl="1" defTabSz="914400"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855C5-9F06-E17F-8A2E-DE090862061A}"/>
              </a:ext>
            </a:extLst>
          </p:cNvPr>
          <p:cNvSpPr txBox="1"/>
          <p:nvPr/>
        </p:nvSpPr>
        <p:spPr>
          <a:xfrm>
            <a:off x="534837" y="3802668"/>
            <a:ext cx="6094562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Airflow Web UI</a:t>
            </a:r>
          </a:p>
          <a:p>
            <a:pPr>
              <a:spcBef>
                <a:spcPts val="600"/>
              </a:spcBef>
            </a:pPr>
            <a:r>
              <a:rPr lang="en-US" dirty="0"/>
              <a:t>Provides: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DAG status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Logs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Retry / Clear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Graph &amp; Gantt views</a:t>
            </a:r>
          </a:p>
        </p:txBody>
      </p:sp>
    </p:spTree>
    <p:extLst>
      <p:ext uri="{BB962C8B-B14F-4D97-AF65-F5344CB8AC3E}">
        <p14:creationId xmlns:p14="http://schemas.microsoft.com/office/powerpoint/2010/main" val="3811797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58C05-387A-1309-964F-FAA7DF9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27" y="520091"/>
            <a:ext cx="2914580" cy="260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 in Airflow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stored at:</a:t>
            </a:r>
          </a:p>
          <a:p>
            <a:pPr lvl="1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$AIRFLOW_HOME/logs/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available via:</a:t>
            </a:r>
          </a:p>
          <a:p>
            <a:pPr marL="80010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UI</a:t>
            </a:r>
          </a:p>
          <a:p>
            <a:pPr marL="80010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</a:t>
            </a:r>
          </a:p>
          <a:p>
            <a:pPr marL="80010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746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58C05-387A-1309-964F-FAA7DF9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27" y="294136"/>
            <a:ext cx="10746468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HOOKS (CORE INTEGRATION CONCEPT)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Hook?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Hook is a low-level interface that allows Airflow to connect to external systems like databases, APIs, cloud storage,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FTP,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Explanation</a:t>
            </a:r>
          </a:p>
          <a:p>
            <a:pPr lvl="1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Hook = Connection handler</a:t>
            </a:r>
          </a:p>
          <a:p>
            <a:pPr lvl="1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 = Task logic</a:t>
            </a:r>
          </a:p>
          <a:p>
            <a:pPr lvl="1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 = Credentials</a:t>
            </a: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b="1" dirty="0"/>
              <a:t>Operator vs Hook vs Connection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1C8E03-D412-9B33-F80A-C46FB1A25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355159"/>
              </p:ext>
            </p:extLst>
          </p:nvPr>
        </p:nvGraphicFramePr>
        <p:xfrm>
          <a:off x="465827" y="3985404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03673523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99626929"/>
                    </a:ext>
                  </a:extLst>
                </a:gridCol>
              </a:tblGrid>
              <a:tr h="184549">
                <a:tc>
                  <a:txBody>
                    <a:bodyPr/>
                    <a:lstStyle/>
                    <a:p>
                      <a:r>
                        <a:rPr lang="en-IN" sz="18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631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What to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6989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How to connect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8963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Connection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Credentials &amp; endpoint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489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53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DE9F26-84A0-7B2D-523B-B67036E82F63}"/>
              </a:ext>
            </a:extLst>
          </p:cNvPr>
          <p:cNvSpPr txBox="1"/>
          <p:nvPr/>
        </p:nvSpPr>
        <p:spPr>
          <a:xfrm>
            <a:off x="683643" y="252920"/>
            <a:ext cx="6094562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Why Hooks are Important</a:t>
            </a:r>
          </a:p>
          <a:p>
            <a:pPr>
              <a:spcBef>
                <a:spcPts val="600"/>
              </a:spcBef>
            </a:pPr>
            <a:r>
              <a:rPr lang="en-IN" b="1" dirty="0"/>
              <a:t>Without Hooks: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Hardcoded credentials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Repeated connection logic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Security risk</a:t>
            </a:r>
          </a:p>
          <a:p>
            <a:pPr>
              <a:spcBef>
                <a:spcPts val="600"/>
              </a:spcBef>
            </a:pPr>
            <a:r>
              <a:rPr lang="en-IN" b="1" dirty="0"/>
              <a:t>With Hooks: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✔ Secure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✔ Reusable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✔ Centralized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✔ Production-ready</a:t>
            </a:r>
          </a:p>
          <a:p>
            <a:pPr>
              <a:spcBef>
                <a:spcPts val="600"/>
              </a:spcBef>
            </a:pPr>
            <a:r>
              <a:rPr lang="en-US" dirty="0"/>
              <a:t>Where Hooks Get Credentials From</a:t>
            </a:r>
          </a:p>
          <a:p>
            <a:pPr>
              <a:spcBef>
                <a:spcPts val="600"/>
              </a:spcBef>
            </a:pPr>
            <a:r>
              <a:rPr lang="en-US" dirty="0"/>
              <a:t>	Airflow UI → Admin → Connections</a:t>
            </a:r>
          </a:p>
          <a:p>
            <a:pPr>
              <a:spcBef>
                <a:spcPts val="600"/>
              </a:spcBef>
            </a:pPr>
            <a:r>
              <a:rPr lang="en-US" dirty="0"/>
              <a:t>Connection contains: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Conn ID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Host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Port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Username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	Password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370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331D96-BCD1-6B3A-6410-4FC79A3C9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09950"/>
              </p:ext>
            </p:extLst>
          </p:nvPr>
        </p:nvGraphicFramePr>
        <p:xfrm>
          <a:off x="461513" y="948849"/>
          <a:ext cx="10131424" cy="32918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56574429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4305886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0224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PostgresHook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PostgreSQL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0443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MySqlHook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5878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OracleHook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Oracle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86375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HttpHook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REST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9789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S3Hook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AWS 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388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WasbHook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Azure 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3287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GCSHook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Google 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79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FtpHook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FTP / SFTP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516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FAF38AA-31EC-19A0-7250-B009DADA5431}"/>
              </a:ext>
            </a:extLst>
          </p:cNvPr>
          <p:cNvSpPr txBox="1"/>
          <p:nvPr/>
        </p:nvSpPr>
        <p:spPr>
          <a:xfrm>
            <a:off x="347213" y="43212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Common Hooks in Airflow</a:t>
            </a:r>
          </a:p>
        </p:txBody>
      </p:sp>
    </p:spTree>
    <p:extLst>
      <p:ext uri="{BB962C8B-B14F-4D97-AF65-F5344CB8AC3E}">
        <p14:creationId xmlns:p14="http://schemas.microsoft.com/office/powerpoint/2010/main" val="2164599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61FB10-3B5C-6E06-FC23-07FD96666B11}"/>
              </a:ext>
            </a:extLst>
          </p:cNvPr>
          <p:cNvSpPr txBox="1"/>
          <p:nvPr/>
        </p:nvSpPr>
        <p:spPr>
          <a:xfrm>
            <a:off x="355839" y="672059"/>
            <a:ext cx="609456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Sensors</a:t>
            </a:r>
          </a:p>
          <a:p>
            <a:pPr>
              <a:spcBef>
                <a:spcPts val="600"/>
              </a:spcBef>
            </a:pPr>
            <a:r>
              <a:rPr lang="en-US" dirty="0"/>
              <a:t>Used to wait for: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File arrival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External DAG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Database row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Examples: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FileSensor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ExternalTaskSensor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17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7374</TotalTime>
  <Words>844</Words>
  <Application>Microsoft Office PowerPoint</Application>
  <PresentationFormat>Widescreen</PresentationFormat>
  <Paragraphs>222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Unicode MS</vt:lpstr>
      <vt:lpstr>Calibri</vt:lpstr>
      <vt:lpstr>Calibri Light</vt:lpstr>
      <vt:lpstr>Google Sans</vt:lpstr>
      <vt:lpstr>Celestial</vt:lpstr>
      <vt:lpstr>Airflow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8</cp:revision>
  <dcterms:created xsi:type="dcterms:W3CDTF">2025-09-01T11:43:39Z</dcterms:created>
  <dcterms:modified xsi:type="dcterms:W3CDTF">2025-12-18T15:34:34Z</dcterms:modified>
</cp:coreProperties>
</file>